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59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Crypto &amp; Digital Assets Risk Outlook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099046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June 2026 · Risk, Compliance &amp; Investment Committees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67905" y="1510705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$2.11T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2082899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Crypto Market Cap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345134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Down from $3.5T peak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60120" y="1510705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$58,076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53691" y="2082899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Bitcoin Price (June Low)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53691" y="2345134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−53% from $126K ATH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7905" y="2776438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-$4.4B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61475" y="3348633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BTC ETF Outflows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610868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13-day streak; worst month on record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60120" y="2776438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53691" y="3348633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BTC Market Dominance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691" y="3610868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4-year high; flight-to-safety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1475" y="3987602"/>
            <a:ext cx="34073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Macro &amp; Capital Flight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4286845"/>
            <a:ext cx="3407384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 PCE at 4.1%; FOMC held rates at 3.50–3.75%. ETH fell 69% from ATH. Strategy sold BTC for first time since 2022.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97860" y="3987602"/>
            <a:ext cx="34073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Stablecoins &amp; Disintermediation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97860" y="4286845"/>
            <a:ext cx="340738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Stablecoin market cap reached $316B (~$9T annual volume). Open USD—140-firm consortium (Visa, Mastercard, Stripe)—passes 100% reserve yield to users, threatening bank deposits and FX revenue.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4246" y="3987602"/>
            <a:ext cx="34073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Exploits &amp; Threat Actors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4246" y="4286845"/>
            <a:ext cx="340738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$75.8M lost across 40 incidents. Humanity Protocol: $36M via developer malware. Lazarus Group exploits Web2 endpoints, not smart contracts. AI scanning dormant protocols for vulnerabilities.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475" y="528687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Regulatory Enforcement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1475" y="5586115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AudiA6 laundering network dismantled—$389M laundered via 6,000+ mule accounts. EU 21st Russia sanctions: 11 crypto platforms banned. MiCA transitional period ended July 1; ESMA ordered unlicensed CASPs to cease operations.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523" y="528687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Risk Advisory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523" y="5586115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 Demand hardware-isolated MPC custody with real-time key verification. 2. Model stablecoin-driven deposit erosion. 3. Mandate blockchain tracing for crypto clients—static KYC is insufficient.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2026-07-16T12:56:10Z</dcterms:created>
  <dcterms:modified xsi:type="dcterms:W3CDTF">2026-07-16T12:56:10Z</dcterms:modified>
</cp:coreProperties>
</file>