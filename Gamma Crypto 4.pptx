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4152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Crypto &amp; Digital Assets Risk Outlook — June 2026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548269" y="1228923"/>
            <a:ext cx="3556209" cy="5114925"/>
          </a:xfrm>
          <a:prstGeom prst="roundRect">
            <a:avLst>
              <a:gd name="adj" fmla="val 663"/>
            </a:avLst>
          </a:prstGeom>
          <a:solidFill>
            <a:srgbClr val="00674F"/>
          </a:solidFill>
          <a:ln/>
        </p:spPr>
      </p:sp>
      <p:sp>
        <p:nvSpPr>
          <p:cNvPr id="4" name="Text 2"/>
          <p:cNvSpPr/>
          <p:nvPr/>
        </p:nvSpPr>
        <p:spPr>
          <a:xfrm>
            <a:off x="705328" y="1378148"/>
            <a:ext cx="324209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Market Vital Signs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05328" y="1772940"/>
            <a:ext cx="3242090" cy="3969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Bitcoin (BTC):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Collapsed to a 21-month low of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$58,076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by late June; dominance climbed to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~63%</a:t>
            </a:r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4-year high.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Ethereum (ETH):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Dropped to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~$1,510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stabilizing near $1,570 — a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44% YTD loss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69% drawdown</a:t>
            </a:r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its 2025 peak.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Total Market Cap: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Contracted from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$3.5T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$2.11T</a:t>
            </a:r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by early July 2026.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Institutional Outflows: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 spot Bitcoin ETFs shed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$4.4–$4.5B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; BlackRock's IBIT accounted for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~75%</a:t>
            </a:r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peak redemptions.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Stablecoin Utility: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Aggregate cap expanded to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$316B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; USDC settles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~79%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adjusted on-chain transfer volume.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0994" y="1378148"/>
            <a:ext cx="344230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Threat &amp; Policy Vectors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0994" y="1772940"/>
            <a:ext cx="3442308" cy="4325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OUSD Consortium: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140 firms (Visa, Mastercard, Stripe, Adyen) launched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Open USD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passing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100% of reserve yield</a:t>
            </a:r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partners and end-users.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Regulatory Mandates: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UK FCA finalized cryptoasset rules (effective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October 2027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). EU's MiCA transitional period ended; ESMA ordered unlicensed providers to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wind down operations</a:t>
            </a:r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Web3 Security Losses: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$75.8M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40 incidents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June. Largest breach: Humanity Protocol lost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~$36M</a:t>
            </a:r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via private key compromise on a developer's workstation.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Sanctions &amp; Enforcement: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Global law enforcement dismantled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"AudiA6"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$389M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laundered via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6,000 verified mule accounts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US Treasury designated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 Iranian exchanges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(Nobitex, Wallex) for sanctions evasion.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13023" y="1378148"/>
            <a:ext cx="332979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CTI Risk Advisory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13023" y="1772940"/>
            <a:ext cx="3329797" cy="4436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Deposit Disintermediation: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Open USD incentivizes payment networks to route transactions through stablecoin rails. Banks face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structural erosion</a:t>
            </a:r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low-cost deposit bases as corporate capital is swept into yield-bearing stablecoins.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Custody Security Shifts: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State-aligned actors bypass on-chain multi-sig via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Web2 endpoint compromises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Institutions must mandate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hardware-isolated MPC architectures</a:t>
            </a:r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geographical key distribution.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Strict Liability &amp; AML Deficits: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AudiA6 proves static KYC is inadequate — threat actors bypass identity checks at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industrial scale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Banks must mandate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continuous transaction monitoring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real-time blockchain tracing to avoid catastrophic sanctions penalties.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2026-07-16T12:57:15Z</dcterms:created>
  <dcterms:modified xsi:type="dcterms:W3CDTF">2026-07-16T12:57:15Z</dcterms:modified>
</cp:coreProperties>
</file>