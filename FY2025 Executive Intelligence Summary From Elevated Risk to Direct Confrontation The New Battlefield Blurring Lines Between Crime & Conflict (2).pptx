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26212800" cy="146304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137028" y="0"/>
            <a:ext cx="21938744" cy="14630400"/>
          </a:xfrm>
          <a:custGeom>
            <a:avLst/>
            <a:gdLst/>
            <a:ahLst/>
            <a:cxnLst/>
            <a:rect r="r" b="b" t="t" l="l"/>
            <a:pathLst>
              <a:path h="14630400" w="21938744">
                <a:moveTo>
                  <a:pt x="0" y="0"/>
                </a:moveTo>
                <a:lnTo>
                  <a:pt x="21938744" y="0"/>
                </a:lnTo>
                <a:lnTo>
                  <a:pt x="21938744" y="14630400"/>
                </a:lnTo>
                <a:lnTo>
                  <a:pt x="0" y="146304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60960"/>
            <a:ext cx="26212800" cy="13106400"/>
          </a:xfrm>
          <a:custGeom>
            <a:avLst/>
            <a:gdLst/>
            <a:ahLst/>
            <a:cxnLst/>
            <a:rect r="r" b="b" t="t" l="l"/>
            <a:pathLst>
              <a:path h="13106400" w="26212800">
                <a:moveTo>
                  <a:pt x="0" y="0"/>
                </a:moveTo>
                <a:lnTo>
                  <a:pt x="26212800" y="0"/>
                </a:lnTo>
                <a:lnTo>
                  <a:pt x="26212800" y="13106400"/>
                </a:lnTo>
                <a:lnTo>
                  <a:pt x="0" y="131064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26212800" cy="14417040"/>
          </a:xfrm>
          <a:custGeom>
            <a:avLst/>
            <a:gdLst/>
            <a:ahLst/>
            <a:cxnLst/>
            <a:rect r="r" b="b" t="t" l="l"/>
            <a:pathLst>
              <a:path h="14417040" w="26212800">
                <a:moveTo>
                  <a:pt x="0" y="0"/>
                </a:moveTo>
                <a:lnTo>
                  <a:pt x="26212800" y="0"/>
                </a:lnTo>
                <a:lnTo>
                  <a:pt x="26212800" y="14417040"/>
                </a:lnTo>
                <a:lnTo>
                  <a:pt x="0" y="144170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26212800" cy="14417040"/>
          </a:xfrm>
          <a:custGeom>
            <a:avLst/>
            <a:gdLst/>
            <a:ahLst/>
            <a:cxnLst/>
            <a:rect r="r" b="b" t="t" l="l"/>
            <a:pathLst>
              <a:path h="14417040" w="26212800">
                <a:moveTo>
                  <a:pt x="0" y="0"/>
                </a:moveTo>
                <a:lnTo>
                  <a:pt x="26212800" y="0"/>
                </a:lnTo>
                <a:lnTo>
                  <a:pt x="26212800" y="14417040"/>
                </a:lnTo>
                <a:lnTo>
                  <a:pt x="0" y="144170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DAG90k9mLsE</dc:identifier>
  <dcterms:modified xsi:type="dcterms:W3CDTF">2011-08-01T06:04:30Z</dcterms:modified>
  <cp:revision>1</cp:revision>
  <dc:title>FY2025 Executive Intelligence Summary: From Elevated Risk to Direct Confrontation The New Battlefield: Blurring Lines Between Crime &amp; Conflict</dc:title>
</cp:coreProperties>
</file>