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image" Target="../media/image-1-1.png"/><Relationship Id="rId6" Type="http://schemas.openxmlformats.org/officeDocument/2006/relationships/image" Target="../media/image-1-2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7.png"/><Relationship Id="rId10" Type="http://schemas.openxmlformats.org/officeDocument/2006/relationships/image" Target="../media/image-1-8.svg"/><Relationship Id="rId11" Type="http://schemas.openxmlformats.org/officeDocument/2006/relationships/image" Target="../media/image-1-7.png"/><Relationship Id="rId12" Type="http://schemas.openxmlformats.org/officeDocument/2006/relationships/image" Target="../media/image-1-8.svg"/><Relationship Id="rId13" Type="http://schemas.openxmlformats.org/officeDocument/2006/relationships/image" Target="../media/image-1-7.png"/><Relationship Id="rId14" Type="http://schemas.openxmlformats.org/officeDocument/2006/relationships/image" Target="../media/image-1-8.sv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363"/>
            <a:ext cx="1147833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0067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External Threat Landscape — Key Trends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61475" y="856655"/>
            <a:ext cx="10868745" cy="246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June 2026 threat landscape is defined by three systemic shifts: the industrialization of AI for human-layer attacks, the weaponization of SaaS trust relationships, and unprecedented credential exposure. Adversaries are increasingly "logging in" rather than "breaking in," rendering standard MFA and perimeter defenses insufficient.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1191220"/>
            <a:ext cx="1147833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 Key Trends of the Month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33513"/>
            <a:ext cx="3570595" cy="14084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874" y="1560116"/>
            <a:ext cx="3266596" cy="90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Agentic AI &amp; Deepfake Fraud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State-linked actors deployed AI-generated recruiter personas and synthetic video environments to target fintech organizations. A single deepfake video call bypassed corporate controls, resulting in a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$25.6M loss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Deepfake-related fraud losses reached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$1.1 billion globally in 2025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with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$96 million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recorded in the first four months of 2026 alone. Autonomous scam agents achieve human-quality deception at a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192× speed multiplier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compared to manual phishing.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0550" y="1433513"/>
            <a:ext cx="3570595" cy="14084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7949" y="1560116"/>
            <a:ext cx="3266596" cy="1032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SaaS Supply Chain &amp; OAuth Weaponization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Icarus extortion group compromised the Klue platform, stealing legacy OAuth tokens to directly access the Salesforce CRM instances of hundreds of technology and security organizations—including G-SIB partners like HackerOne and LastPass. This "delegated trust" model allows attackers to bypass perimeter defenses entirely, as activity appears as legitimate, authorized API calls from a trusted partner. Millions of CRM records were exfiltrated, containing plaintext credentials, AWS keys, and Snowflake tokens.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9625" y="1433513"/>
            <a:ext cx="3570595" cy="14084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37024" y="1560116"/>
            <a:ext cx="3266596" cy="115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Unprecedented Credential Exposure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unsecured Elasticsearch database containing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24 billion stolen credential records (8.3TB)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was discovered exposed on the open internet in June, largely derived from infostealer logs and Telegram channels. Organizations rescanned after an incident showed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175% higher stealer log exposure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than before the breach, indicating that "recovering" from an incident does not necessarily mean the initial exposure has been mitigated. This exposure drastically elevates systemic risk of credential-stuffing and account-takeover attacks against banking portals and remote access points.</a:t>
            </a:r>
            <a:endParaRPr lang="en-US" sz="700" dirty="0"/>
          </a:p>
        </p:txBody>
      </p:sp>
      <p:sp>
        <p:nvSpPr>
          <p:cNvPr id="11" name="Text 6"/>
          <p:cNvSpPr/>
          <p:nvPr/>
        </p:nvSpPr>
        <p:spPr>
          <a:xfrm>
            <a:off x="661475" y="2930227"/>
            <a:ext cx="1147833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0067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2. Key Changes This Month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661475" y="3311823"/>
            <a:ext cx="3557499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Compressed Exploitation Windows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Microsoft released its largest-ever Patch Tuesday addressing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206 vulnerabilities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including an actively exploited Exchange Server zero-day (CVE-2026-42897). Simultaneously, an Oracle PeopleSoft zero-day (CVE-2026-35273) was weaponized by ShinyHunters to breach over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 organizations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including the NAIC. The "median time to exploit" for edge infrastructure vulnerabilities has fallen to hours.</a:t>
            </a:r>
            <a:endParaRPr lang="en-US" sz="700" dirty="0"/>
          </a:p>
        </p:txBody>
      </p:sp>
      <p:sp>
        <p:nvSpPr>
          <p:cNvPr id="13" name="Shape 8"/>
          <p:cNvSpPr/>
          <p:nvPr/>
        </p:nvSpPr>
        <p:spPr>
          <a:xfrm>
            <a:off x="648775" y="3172520"/>
            <a:ext cx="3582898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14" name="Text 9"/>
          <p:cNvSpPr/>
          <p:nvPr/>
        </p:nvSpPr>
        <p:spPr>
          <a:xfrm>
            <a:off x="4317098" y="3311823"/>
            <a:ext cx="3557499" cy="90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Ransomware Market Consolidation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RaaS group "The Gentlemen" emerged as a dominant Tier-1 threat, claiming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117 victims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June alone. Originating from a July 2025 dispute with the Qilin ransomware program, the group offers an unprecedented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90% affiliate profit share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triggering mass migration of skilled operators from legacy groups like LockBit. Their "GentleKiller" framework terminates EDR protections using leaked utilities such as HexKiller and ThrottleBlood, with a typical dwell time of two to six weeks.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4304399" y="3172520"/>
            <a:ext cx="3582898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16" name="Text 11"/>
          <p:cNvSpPr/>
          <p:nvPr/>
        </p:nvSpPr>
        <p:spPr>
          <a:xfrm>
            <a:off x="7972722" y="3311823"/>
            <a:ext cx="3557499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Interbank Infrastructure Disruption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Cyberattacks severely disrupted ATM, point-of-sale, and card-based banking operations at three major state-owned Iranian banks (Bank Melli, Bank Saderat, and Bank Tejarat). In Europe, a breach of the NAIC disrupted credit rating operations for agencies including Moody's and S&amp;P, as the regulator suspended investment risk designations due to the compromise.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7960022" y="3172520"/>
            <a:ext cx="3582898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18" name="Text 13"/>
          <p:cNvSpPr/>
          <p:nvPr/>
        </p:nvSpPr>
        <p:spPr>
          <a:xfrm>
            <a:off x="661475" y="4309070"/>
            <a:ext cx="1147833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0067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3. Recommended Executive Actions</a:t>
            </a:r>
            <a:endParaRPr lang="en-US" sz="8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551363"/>
            <a:ext cx="2658301" cy="13454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05151" y="4628158"/>
            <a:ext cx="170850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88075" y="4984353"/>
            <a:ext cx="2405102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Mandate Out-of-Band Verification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 secondary-channel, human verification for all high-value financial transfers, payroll modifications, or privileged access requests to neutralize AI-driven voice cloning and deepfake fraud—regardless of the "urgency" signaled by voice or video.</a:t>
            </a:r>
            <a:endParaRPr lang="en-US" sz="7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98256" y="4551363"/>
            <a:ext cx="2658301" cy="134540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41932" y="4628158"/>
            <a:ext cx="170850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524856" y="4984353"/>
            <a:ext cx="2405102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 &amp; Restrict SaaS Integrations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Transition to continuous third-party risk monitoring. Immediately review all active OAuth tokens connected to core platforms (Salesforce, ServiceNow) and revoke dormant legacy integrations. Require SaaS vendors to provide AI Bills of Materials (AIBOMs).</a:t>
            </a:r>
            <a:endParaRPr lang="en-US" sz="7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35038" y="4551363"/>
            <a:ext cx="2658301" cy="134540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78714" y="4628158"/>
            <a:ext cx="170850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61638" y="4984353"/>
            <a:ext cx="2405102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 Phishing-Resistant MFA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Accelerate rollout of FIDO2-compliant hardware security keys for all privileged identities, prioritizing personnel with access to SWIFT, interbank messaging, and payment rails. Standard push-based MFA is no longer sufficient given 24 billion exposed credentials.</a:t>
            </a:r>
            <a:endParaRPr lang="en-US" sz="7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71819" y="4551363"/>
            <a:ext cx="2658401" cy="134540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115595" y="4628158"/>
            <a:ext cx="170850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8998419" y="4984353"/>
            <a:ext cx="2405201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Zero-Day Response Policies</a:t>
            </a:r>
            <a:endParaRPr lang="en-US" sz="7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Enforce strict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12-to-24-hour patching or isolation SLAs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critical edge infrastructure (VPNs, SASE gateways) and public-facing applications. Move to automated, risk-based patching strategies where median exploitation windows have collapsed to hours.</a:t>
            </a:r>
            <a:endParaRPr lang="en-US" sz="700" dirty="0"/>
          </a:p>
        </p:txBody>
      </p:sp>
      <p:sp>
        <p:nvSpPr>
          <p:cNvPr id="31" name="Shape 22"/>
          <p:cNvSpPr/>
          <p:nvPr/>
        </p:nvSpPr>
        <p:spPr>
          <a:xfrm>
            <a:off x="661475" y="5985073"/>
            <a:ext cx="10868745" cy="329208"/>
          </a:xfrm>
          <a:prstGeom prst="roundRect">
            <a:avLst>
              <a:gd name="adj" fmla="val 5193"/>
            </a:avLst>
          </a:prstGeom>
          <a:solidFill>
            <a:srgbClr val="CCFFF3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375" y="6101159"/>
            <a:ext cx="113900" cy="91083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003176" y="6092031"/>
            <a:ext cx="11022729" cy="123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Systemic Risk Assessment: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speed of the adversary—powered by AI and the collapse of SaaS trust boundaries—is outpacing human defense. The G-SIB sector must pivot toward autonomous, identity-driven resilience to survive this new operational reality.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2026-07-22T10:42:07Z</dcterms:created>
  <dcterms:modified xsi:type="dcterms:W3CDTF">2026-07-22T10:42:07Z</dcterms:modified>
</cp:coreProperties>
</file>