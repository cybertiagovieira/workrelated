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1666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Crypto &amp; Digital Assets Industry Monthly Risk Debrief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504950"/>
            <a:ext cx="10868745" cy="19050"/>
          </a:xfrm>
          <a:prstGeom prst="roundRect">
            <a:avLst>
              <a:gd name="adj" fmla="val 5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1812925"/>
            <a:ext cx="335688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MARKET VITAL SIGNS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195909"/>
            <a:ext cx="3356883" cy="328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BTC: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Dropped to a 21-month low of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~$58,076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while market dominance rose to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~63%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4-year high, reflecting institutional flight-to-safety.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ETH: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Dropped to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~$1,510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suffering a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44% year-to-date loss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a 69% drawdown from its 2025 peak.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Global Market Cap: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Contracted sharply to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$2.11 trillion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39% contraction from the late 2025 peak of ~$3.5 trillion.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ETF Flows: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 Spot BTC ETFs experienced their worst month on record with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~$4.4 billion in net outflows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over 13 consecutive days.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Stablecoins: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USDC supply contracted to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~$73 billion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but still controls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~79%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adjusted on-chain transfer volume.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67599" y="1812925"/>
            <a:ext cx="346899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THREAT &amp; POLICY VECTORS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367599" y="2195909"/>
            <a:ext cx="3468998" cy="2996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Policy: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EU advanced its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21st Russia sanctions package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proposing transaction bans on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11 crypto platforms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full-jurisdiction blockades on third-country services facilitating evasion.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Security: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~$75.8 million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lost to exploits across 40 incidents in June 2026. Highlights: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~$36 million Humanity Protocol breach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(stolen multi-sig private keys via developer malware) and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~$10 million Syscoin Bridge exploit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(cryptographic proof-parsing vulnerability).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Sanctions: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Global law enforcement (Europol/DOJ) dismantled the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AudiA6 network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which laundered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$389 million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using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6,000 KYC-verified exchange accounts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~1-hour layering windows.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85838" y="1812925"/>
            <a:ext cx="3356883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CTI RISK ADVISORY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185838" y="2195909"/>
            <a:ext cx="3356883" cy="3828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Custody Risk: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Humanity Protocol hack proves Web2 endpoint compromises routinely bypass on-chain multi-sig security. Banks must mandate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hardware-isolated MPC architecture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real-time cryptographic verification of multi-sig participant health prior to integration.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Disintermediation Risk: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"Open USD" consortium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(Visa, Mastercard, Stripe, 140 firms) offers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100% reserve yield pass-through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threatening commercial bank deposit bases and wire/FX revenue as B2B volume migrates to consortium stablecoin rails.</a:t>
            </a:r>
            <a:endParaRPr lang="en-US" sz="1100" dirty="0"/>
          </a:p>
          <a:p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Compliance Risk: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AudiA6's 6,000 KYC-verified account methodology demonstrates that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static KYC is insufficient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Banks must deploy 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real-time behavioral heuristics</a:t>
            </a:r>
            <a:pPr algn="l" marL="223520" indent="-223520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detect rapid burst-deposit layering and mitigate strict liability exposure under expanding global sanctions mandates.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2026-07-16T12:57:56Z</dcterms:created>
  <dcterms:modified xsi:type="dcterms:W3CDTF">2026-07-16T12:57:56Z</dcterms:modified>
</cp:coreProperties>
</file>