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067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674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QUANTUM THREAT LANDSCAPE: JUNE 2026 BASELINE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05049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rapid convergence of hyper-scale AI and hardware acceleration has compressed quantum development timelines, transforming a theoretical research problem into an active, board-level compliance emergency under the Digital Operational Resilience Act (DORA).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197398"/>
            <a:ext cx="3339520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RECENT PAST: HARVEST NOW, DECRYPT LATER (HNDL)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790825"/>
            <a:ext cx="3339520" cy="65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00" dirty="0">
                <a:solidFill>
                  <a:srgbClr val="00915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+20%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661475" y="3563838"/>
            <a:ext cx="3339520" cy="1959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Annual compound growth of legacy cryptographic risk on un-rotated asymmetric keys.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State-sponsored threat actors actively execute HNDL operations to intercept long-retention financial data and exploit unprotected machine identities.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[Encrypted Target Payload]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[Passive Intercept Node]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[Data Vault Storage (Future Decryption)]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76231" y="2197398"/>
            <a:ext cx="3451833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EXPECT FOR 2027: SIDE-CHANNEL &amp; TRANSITIONAL EXPLOITS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76231" y="2790825"/>
            <a:ext cx="3451833" cy="65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00" dirty="0">
                <a:solidFill>
                  <a:srgbClr val="00915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25%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4376231" y="3563838"/>
            <a:ext cx="3451833" cy="1959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Projected rate of severe implementation bugs in initial post-quantum software library releases.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Adversaries shift toward exploiting software implementation flaws in transitional hybrid cryptography and targeting hardware verification modules via electromagnetic side-channels.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[Malformed Ciphertext Input]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[Hardware Verification Engine]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[Private Key Extraction]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03300" y="2197398"/>
            <a:ext cx="3339520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EXPECT FOR 2028–2030: PAYLOAD BALLOONING &amp; TIMEOUTS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03300" y="2790825"/>
            <a:ext cx="3339520" cy="65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00" dirty="0">
                <a:solidFill>
                  <a:srgbClr val="00915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7.5x</a:t>
            </a:r>
            <a:endParaRPr lang="en-US" sz="4100" dirty="0"/>
          </a:p>
        </p:txBody>
      </p:sp>
      <p:sp>
        <p:nvSpPr>
          <p:cNvPr id="12" name="Text 10"/>
          <p:cNvSpPr/>
          <p:nvPr/>
        </p:nvSpPr>
        <p:spPr>
          <a:xfrm>
            <a:off x="8203300" y="3563838"/>
            <a:ext cx="3339520" cy="2394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signature verification latency slowdown measured during post-quantum payment tests on TARGET2 rails.</a:t>
            </a:r>
            <a:endParaRPr lang="en-US" sz="1150" dirty="0"/>
          </a:p>
          <a:p>
            <a:pPr algn="l" indent="0" marL="0">
              <a:lnSpc>
                <a:spcPct val="120000"/>
              </a:lnSpc>
              <a:spcAft>
                <a:spcPts val="8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Extreme signature size expansion (e.g., ML-DSA requiring 2,420 bytes vs. ECDSA's 64 bytes) causes severe packet fragmentation, gateway buffer overflows, and systemic payment timeouts.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[Multi-Kilobyte PQC Message]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[ISO 20022 Payment Gateway]</a:t>
            </a:r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915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[Systemic Netting Outage]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2026-07-23T13:52:43Z</dcterms:created>
  <dcterms:modified xsi:type="dcterms:W3CDTF">2026-07-23T13:52:43Z</dcterms:modified>
</cp:coreProperties>
</file>